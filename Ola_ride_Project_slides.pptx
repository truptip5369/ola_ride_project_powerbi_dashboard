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60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2" d="100"/>
          <a:sy n="72" d="100"/>
        </p:scale>
        <p:origin x="-428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2C69C7-A5BD-5AEC-CA49-48B2685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F9D85CA-20D8-50AB-E16A-2B5BD15D0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3C1F978-46F7-4DEF-8389-38571B44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BA86EC-F06F-0F01-E841-22B7ECC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5ED0B87-3FD7-F98A-B3B5-871D138C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40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DBDDA1-DF73-9D79-5944-FCFC1B12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86DB29-E0BA-8B4C-F93C-6412B7D03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D1750A9-FB30-B776-AF6D-BA63FE2A0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7C48DF-84D9-3640-B4DC-6ABB1D68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08419CD-7754-D880-6527-ECBCB95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393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78322-13D2-C6AF-865E-FA7CD37D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F3D8345-42CC-9102-6CE0-8EFED0AE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09C7E07-4066-2220-E9EC-DF555E0EE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D3B0F1-3543-9D54-E6FA-21EAD894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EBC5C81-33F0-10C7-C41E-1C6928083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3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BB27D7-64FB-5A7D-75AE-CBF7CAB3E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310969F-DA3C-A50A-733C-73A9E9040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E6639E9-F5B1-29F2-CBDF-8D2277BD0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8167806-FE4A-B4FD-A773-54D282D1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DEEC1DD-DAA5-0265-C36C-4ACFCCE1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4ECFF17-5563-D343-9604-AE026719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7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3882730-1B99-2549-1FDE-8168FECB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B85A7A4-5CF6-7F6A-8938-16F78C4E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E76443C-6792-A49A-FE82-D49A69746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E3A189E-B500-D9E5-C810-5A062D192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CB02F83-0F41-8348-C8D1-1196D7AA4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DD9E3F6-9480-8B50-6D39-493CA164D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C52C24B5-5C61-19AC-6B8D-CE13FD09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57977D7-D435-10F4-924E-00EB8A0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59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A5B24F-E683-4A38-AF0C-D04FA68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7E0530F-3558-9DB8-81C7-C2276936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0F4C6CE-BC7A-C0EA-E76E-E85DCBB2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0E08BD9-3A4D-3BE0-4028-0650FD87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1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55883F6-48D7-8809-6DBB-A09594DE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C07D786-0A81-A8D2-6243-8EBE1A12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644C075-4B13-4042-58F8-E4A3067F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60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9B018C-234F-D612-BFDC-D305D4859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275108-AAC7-FC9A-6FE6-7AAAB535B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083DF37-C86B-459E-29D6-58433E05D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A43EA3D-DB7B-5034-C555-DEA72592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A1AC557-3F59-E77A-E776-2255CDB3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68B6F7C-4BC1-8967-30D8-03450C0F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F8045E-23DB-133F-468F-64CE704E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1C779C1B-8C29-83DE-E568-E0BBD9AEB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D2A83B7-AABD-744A-7D4F-6C344C4CC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FB0788A-174A-8A8C-5AA1-37F1CD8A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DA79B33-A483-CEC0-DA58-109143C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B39A391-2D68-D485-B0FC-66F5BF93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39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886E46-6CDA-7854-888F-5F3FDFAB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9FAA6E3-4598-CFC3-DA23-8BEB87152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1EB5EA1-7D37-1CBC-6A4E-C7664425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5AA498C-16E9-5C18-A132-0A57357B5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B085EEA-0286-DC94-4BD9-AB196BB2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0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5E1CDCE-B74D-262C-00DC-580227B8A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5C564A1-C703-BCDE-E7E6-D3BB076C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6A30B1D-1B50-C51B-0AD8-66EF30FA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BACA5-C946-4CB9-9A74-340FB7D94D6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CE6D46-2323-F0A8-CF20-DF4159497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B012D8-A521-C644-DE64-C321AB35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8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477AF48-FC43-ED1C-6C32-3506604F7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234564-BEDB-F63E-5AD9-65DFFD1A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AF047EA-6F85-0DE5-10ED-7FBB5C951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BACA5-C946-4CB9-9A74-340FB7D94D6F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156DAED-0E53-FD41-284A-6D9DE0D3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92C51F6-795D-BF29-9ED9-A36198A59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CED8F-7DBE-469A-8308-D8A37583F9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49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18" Type="http://schemas.openxmlformats.org/officeDocument/2006/relationships/image" Target="../media/image16.png"/><Relationship Id="rId3" Type="http://schemas.openxmlformats.org/officeDocument/2006/relationships/image" Target="../media/image16.svg"/><Relationship Id="rId21" Type="http://schemas.openxmlformats.org/officeDocument/2006/relationships/image" Target="../media/image19.png"/><Relationship Id="rId7" Type="http://schemas.openxmlformats.org/officeDocument/2006/relationships/image" Target="../media/image7.svg"/><Relationship Id="rId12" Type="http://schemas.openxmlformats.org/officeDocument/2006/relationships/image" Target="../media/image7.png"/><Relationship Id="rId17" Type="http://schemas.openxmlformats.org/officeDocument/2006/relationships/image" Target="../media/image15.png"/><Relationship Id="rId2" Type="http://schemas.openxmlformats.org/officeDocument/2006/relationships/image" Target="../media/image10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18.svg"/><Relationship Id="rId15" Type="http://schemas.openxmlformats.org/officeDocument/2006/relationships/image" Target="../media/image13.png"/><Relationship Id="rId10" Type="http://schemas.openxmlformats.org/officeDocument/2006/relationships/image" Target="../media/image6.png"/><Relationship Id="rId19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9.sv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3" Type="http://schemas.openxmlformats.org/officeDocument/2006/relationships/image" Target="../media/image16.svg"/><Relationship Id="rId7" Type="http://schemas.openxmlformats.org/officeDocument/2006/relationships/image" Target="../media/image28.svg"/><Relationship Id="rId12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8.png"/><Relationship Id="rId3" Type="http://schemas.openxmlformats.org/officeDocument/2006/relationships/image" Target="../media/image16.svg"/><Relationship Id="rId7" Type="http://schemas.openxmlformats.org/officeDocument/2006/relationships/image" Target="../media/image7.svg"/><Relationship Id="rId12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31.sv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18" Type="http://schemas.openxmlformats.org/officeDocument/2006/relationships/image" Target="../media/image17.png"/><Relationship Id="rId3" Type="http://schemas.openxmlformats.org/officeDocument/2006/relationships/image" Target="../media/image16.svg"/><Relationship Id="rId7" Type="http://schemas.openxmlformats.org/officeDocument/2006/relationships/image" Target="../media/image7.svg"/><Relationship Id="rId12" Type="http://schemas.openxmlformats.org/officeDocument/2006/relationships/image" Target="../media/image7.png"/><Relationship Id="rId17" Type="http://schemas.openxmlformats.org/officeDocument/2006/relationships/image" Target="../media/image16.png"/><Relationship Id="rId2" Type="http://schemas.openxmlformats.org/officeDocument/2006/relationships/image" Target="../media/image10.png"/><Relationship Id="rId16" Type="http://schemas.openxmlformats.org/officeDocument/2006/relationships/image" Target="../media/image15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34.svg"/><Relationship Id="rId5" Type="http://schemas.openxmlformats.org/officeDocument/2006/relationships/image" Target="../media/image5.svg"/><Relationship Id="rId15" Type="http://schemas.openxmlformats.org/officeDocument/2006/relationships/image" Target="../media/image13.png"/><Relationship Id="rId10" Type="http://schemas.openxmlformats.org/officeDocument/2006/relationships/image" Target="../media/image24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9.sv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24ABF5E-C86E-A2B6-F234-EA036E044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5965243-4AA9-600A-83FA-310E7CD76512}"/>
              </a:ext>
            </a:extLst>
          </p:cNvPr>
          <p:cNvSpPr txBox="1"/>
          <p:nvPr/>
        </p:nvSpPr>
        <p:spPr>
          <a:xfrm>
            <a:off x="374756" y="5891135"/>
            <a:ext cx="3462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72 Black" panose="020B0A04030603020204" pitchFamily="34" charset="0"/>
                <a:cs typeface="72 Black" panose="020B0A04030603020204" pitchFamily="34" charset="0"/>
              </a:rPr>
              <a:t>OLA RIDE PROJECT</a:t>
            </a:r>
          </a:p>
          <a:p>
            <a:r>
              <a:rPr lang="en-IN" b="1" dirty="0">
                <a:latin typeface="72 Black" panose="020B0A04030603020204" pitchFamily="34" charset="0"/>
                <a:cs typeface="72 Black" panose="020B0A04030603020204" pitchFamily="34" charset="0"/>
              </a:rPr>
              <a:t>Presented by Tanvi Sable</a:t>
            </a:r>
          </a:p>
        </p:txBody>
      </p:sp>
    </p:spTree>
    <p:extLst>
      <p:ext uri="{BB962C8B-B14F-4D97-AF65-F5344CB8AC3E}">
        <p14:creationId xmlns:p14="http://schemas.microsoft.com/office/powerpoint/2010/main" val="2067430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B98481B4-C063-C0BF-3219-D000BB96CEE3}"/>
              </a:ext>
            </a:extLst>
          </p:cNvPr>
          <p:cNvSpPr/>
          <p:nvPr/>
        </p:nvSpPr>
        <p:spPr>
          <a:xfrm>
            <a:off x="0" y="1083487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xmlns="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xmlns="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xmlns="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xmlns="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xmlns="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xmlns="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xmlns="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0BFC5C9-3862-4B57-2993-9E544F85141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84" y="0"/>
            <a:ext cx="9119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533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B98481B4-C063-C0BF-3219-D000BB96CEE3}"/>
              </a:ext>
            </a:extLst>
          </p:cNvPr>
          <p:cNvSpPr/>
          <p:nvPr/>
        </p:nvSpPr>
        <p:spPr>
          <a:xfrm>
            <a:off x="0" y="213239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xmlns="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xmlns="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xmlns="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xmlns="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xmlns="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xmlns="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xmlns="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D472CB79-4C5D-9259-26BB-ADBDAD3D1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623351"/>
              </p:ext>
            </p:extLst>
          </p:nvPr>
        </p:nvGraphicFramePr>
        <p:xfrm>
          <a:off x="3421506" y="877266"/>
          <a:ext cx="8421970" cy="55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160">
                  <a:extLst>
                    <a:ext uri="{9D8B030D-6E8A-4147-A177-3AD203B41FA5}">
                      <a16:colId xmlns:a16="http://schemas.microsoft.com/office/drawing/2014/main" xmlns="" val="948218640"/>
                    </a:ext>
                  </a:extLst>
                </a:gridCol>
                <a:gridCol w="1708628">
                  <a:extLst>
                    <a:ext uri="{9D8B030D-6E8A-4147-A177-3AD203B41FA5}">
                      <a16:colId xmlns:a16="http://schemas.microsoft.com/office/drawing/2014/main" xmlns="" val="114267177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xmlns="" val="2133676044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xmlns="" val="238428340"/>
                    </a:ext>
                  </a:extLst>
                </a:gridCol>
                <a:gridCol w="1684394">
                  <a:extLst>
                    <a:ext uri="{9D8B030D-6E8A-4147-A177-3AD203B41FA5}">
                      <a16:colId xmlns:a16="http://schemas.microsoft.com/office/drawing/2014/main" xmlns="" val="1754810389"/>
                    </a:ext>
                  </a:extLst>
                </a:gridCol>
              </a:tblGrid>
              <a:tr h="6995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Vehicle Type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Success Booking Value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Avg.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Total Distance Travelled</a:t>
                      </a:r>
                      <a:endParaRPr lang="en-IN" sz="1600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496332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Sedan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44098542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12015799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Prime Plus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92594833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i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Mini</a:t>
                      </a:r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05481285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8565641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32977646"/>
                  </a:ext>
                </a:extLst>
              </a:tr>
              <a:tr h="699549">
                <a:tc>
                  <a:txBody>
                    <a:bodyPr/>
                    <a:lstStyle/>
                    <a:p>
                      <a:pPr algn="ctr"/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IN" sz="13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14542047"/>
                  </a:ext>
                </a:extLst>
              </a:tr>
            </a:tbl>
          </a:graphicData>
        </a:graphic>
      </p:graphicFrame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59D42D53-3FAC-3FB4-5F49-A83E8121D8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922" y="1381482"/>
            <a:ext cx="956874" cy="95687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BD7C8944-5923-4765-1DEE-CCA3F242EF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63" y="2146462"/>
            <a:ext cx="855461" cy="855461"/>
          </a:xfrm>
          <a:prstGeom prst="rect">
            <a:avLst/>
          </a:prstGeom>
        </p:spPr>
      </p:pic>
      <p:pic>
        <p:nvPicPr>
          <p:cNvPr id="15" name="Picture 14" descr="A car on a black background&#10;&#10;Description automatically generated">
            <a:extLst>
              <a:ext uri="{FF2B5EF4-FFF2-40B4-BE49-F238E27FC236}">
                <a16:creationId xmlns:a16="http://schemas.microsoft.com/office/drawing/2014/main" xmlns="" id="{E3AEC829-635B-F42E-2257-1F0433CD20B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641" y="2631383"/>
            <a:ext cx="1191719" cy="1191719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D9A92B67-7071-264D-5742-F576BC675C7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480" y="3580263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B89FE326-D34A-11A9-BEE3-B57116C3F7AC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855" y="4401442"/>
            <a:ext cx="457234" cy="457234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03B784FD-94D9-6C01-A04F-59FC3F74EB8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980" y="4967726"/>
            <a:ext cx="722459" cy="722459"/>
          </a:xfrm>
          <a:prstGeom prst="rect">
            <a:avLst/>
          </a:prstGeom>
        </p:spPr>
      </p:pic>
      <p:pic>
        <p:nvPicPr>
          <p:cNvPr id="33" name="Picture 3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B78062B6-50DA-305E-150D-2801C8719FCD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45" y="5785351"/>
            <a:ext cx="457234" cy="4572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6E99426-B636-DB82-88A8-A7672DA3357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84" y="-15988"/>
            <a:ext cx="9119016" cy="694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5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B98481B4-C063-C0BF-3219-D000BB96CEE3}"/>
              </a:ext>
            </a:extLst>
          </p:cNvPr>
          <p:cNvSpPr/>
          <p:nvPr/>
        </p:nvSpPr>
        <p:spPr>
          <a:xfrm>
            <a:off x="0" y="3286975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xmlns="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xmlns="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xmlns="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xmlns="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xmlns="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xmlns="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xmlns="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2F60C76-153F-EEE1-BA7F-6ADD9FE9E9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83" y="0"/>
            <a:ext cx="91190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69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B98481B4-C063-C0BF-3219-D000BB96CEE3}"/>
              </a:ext>
            </a:extLst>
          </p:cNvPr>
          <p:cNvSpPr/>
          <p:nvPr/>
        </p:nvSpPr>
        <p:spPr>
          <a:xfrm>
            <a:off x="0" y="4369309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xmlns="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xmlns="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xmlns="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xmlns="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xmlns="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xmlns="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xmlns="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C924FD4-9B7B-A74B-9A95-AEEBEB4631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020" y="-70303"/>
            <a:ext cx="9480935" cy="714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5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xmlns="" id="{3B7C6C9F-C084-D472-DA95-8709F4E3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82246"/>
              </p:ext>
            </p:extLst>
          </p:nvPr>
        </p:nvGraphicFramePr>
        <p:xfrm>
          <a:off x="3439615" y="170519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6005096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33CCC85-5FB7-FB29-400F-966279F319A3}"/>
              </a:ext>
            </a:extLst>
          </p:cNvPr>
          <p:cNvSpPr/>
          <p:nvPr/>
        </p:nvSpPr>
        <p:spPr>
          <a:xfrm>
            <a:off x="0" y="0"/>
            <a:ext cx="3072984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4B244C67-FEB3-D08A-DF89-14A3A5752A58}"/>
              </a:ext>
            </a:extLst>
          </p:cNvPr>
          <p:cNvSpPr/>
          <p:nvPr/>
        </p:nvSpPr>
        <p:spPr>
          <a:xfrm>
            <a:off x="257331" y="147033"/>
            <a:ext cx="732020" cy="730233"/>
          </a:xfrm>
          <a:prstGeom prst="ellips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B98481B4-C063-C0BF-3219-D000BB96CEE3}"/>
              </a:ext>
            </a:extLst>
          </p:cNvPr>
          <p:cNvSpPr/>
          <p:nvPr/>
        </p:nvSpPr>
        <p:spPr>
          <a:xfrm>
            <a:off x="0" y="5530674"/>
            <a:ext cx="3072984" cy="856684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Scatterplot with solid fill">
            <a:extLst>
              <a:ext uri="{FF2B5EF4-FFF2-40B4-BE49-F238E27FC236}">
                <a16:creationId xmlns:a16="http://schemas.microsoft.com/office/drawing/2014/main" xmlns="" id="{A5C13A88-28B3-2760-54FD-17069C3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7331" y="1111763"/>
            <a:ext cx="732020" cy="732020"/>
          </a:xfrm>
          <a:prstGeom prst="rect">
            <a:avLst/>
          </a:prstGeom>
        </p:spPr>
      </p:pic>
      <p:pic>
        <p:nvPicPr>
          <p:cNvPr id="9" name="Graphic 8" descr="Car with solid fill">
            <a:extLst>
              <a:ext uri="{FF2B5EF4-FFF2-40B4-BE49-F238E27FC236}">
                <a16:creationId xmlns:a16="http://schemas.microsoft.com/office/drawing/2014/main" xmlns="" id="{8B42D0BA-9B92-57D4-63F6-E2353B8E3D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57331" y="2138592"/>
            <a:ext cx="914400" cy="914400"/>
          </a:xfrm>
          <a:prstGeom prst="rect">
            <a:avLst/>
          </a:prstGeom>
        </p:spPr>
      </p:pic>
      <p:pic>
        <p:nvPicPr>
          <p:cNvPr id="11" name="Graphic 10" descr="Rupee with solid fill">
            <a:extLst>
              <a:ext uri="{FF2B5EF4-FFF2-40B4-BE49-F238E27FC236}">
                <a16:creationId xmlns:a16="http://schemas.microsoft.com/office/drawing/2014/main" xmlns="" id="{732E0ABF-DC62-0FB2-DAF8-21E1A2BDEF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48522" y="3431194"/>
            <a:ext cx="567128" cy="567128"/>
          </a:xfrm>
          <a:prstGeom prst="rect">
            <a:avLst/>
          </a:prstGeom>
        </p:spPr>
      </p:pic>
      <p:pic>
        <p:nvPicPr>
          <p:cNvPr id="13" name="Graphic 12" descr="Crash with solid fill">
            <a:extLst>
              <a:ext uri="{FF2B5EF4-FFF2-40B4-BE49-F238E27FC236}">
                <a16:creationId xmlns:a16="http://schemas.microsoft.com/office/drawing/2014/main" xmlns="" id="{DCEC747A-3B98-03B0-2006-5C1F5FB15D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237343" y="4232819"/>
            <a:ext cx="914400" cy="914400"/>
          </a:xfrm>
          <a:prstGeom prst="rect">
            <a:avLst/>
          </a:prstGeom>
        </p:spPr>
      </p:pic>
      <p:pic>
        <p:nvPicPr>
          <p:cNvPr id="17" name="Graphic 16" descr="Rating with solid fill">
            <a:extLst>
              <a:ext uri="{FF2B5EF4-FFF2-40B4-BE49-F238E27FC236}">
                <a16:creationId xmlns:a16="http://schemas.microsoft.com/office/drawing/2014/main" xmlns="" id="{7FD98D96-C234-FF4B-11AD-94BE380BDE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74886" y="555925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5F275439-CDBD-5DA0-2F2C-C377F1E2FF79}"/>
              </a:ext>
            </a:extLst>
          </p:cNvPr>
          <p:cNvSpPr txBox="1"/>
          <p:nvPr/>
        </p:nvSpPr>
        <p:spPr>
          <a:xfrm>
            <a:off x="1089286" y="1275036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Overall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CA435903-B2B5-25A0-62A9-9AC67EDCA639}"/>
              </a:ext>
            </a:extLst>
          </p:cNvPr>
          <p:cNvSpPr txBox="1"/>
          <p:nvPr/>
        </p:nvSpPr>
        <p:spPr>
          <a:xfrm>
            <a:off x="1151742" y="2377987"/>
            <a:ext cx="19212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 Type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FB09B0A-285E-644A-625A-984BC63C1106}"/>
              </a:ext>
            </a:extLst>
          </p:cNvPr>
          <p:cNvSpPr txBox="1"/>
          <p:nvPr/>
        </p:nvSpPr>
        <p:spPr>
          <a:xfrm>
            <a:off x="1151743" y="3468924"/>
            <a:ext cx="12991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Revenue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7232327-70D4-A246-4B6A-70F9F8137F3E}"/>
              </a:ext>
            </a:extLst>
          </p:cNvPr>
          <p:cNvSpPr txBox="1"/>
          <p:nvPr/>
        </p:nvSpPr>
        <p:spPr>
          <a:xfrm>
            <a:off x="1089286" y="4597596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Cancellation</a:t>
            </a:r>
            <a:endParaRPr lang="en-IN" sz="2000" dirty="0">
              <a:solidFill>
                <a:schemeClr val="bg2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B962DD0-FC21-B60E-9EF1-43F573029BB2}"/>
              </a:ext>
            </a:extLst>
          </p:cNvPr>
          <p:cNvSpPr txBox="1"/>
          <p:nvPr/>
        </p:nvSpPr>
        <p:spPr>
          <a:xfrm>
            <a:off x="1151743" y="5746443"/>
            <a:ext cx="1818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Ratings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xmlns="" id="{A897DC60-3DE4-CC86-331A-63BFBDFF3D2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79" y="179363"/>
            <a:ext cx="1279161" cy="683593"/>
          </a:xfrm>
          <a:prstGeom prst="rect">
            <a:avLst/>
          </a:prstGeom>
        </p:spPr>
      </p:pic>
      <p:pic>
        <p:nvPicPr>
          <p:cNvPr id="31" name="Picture 30" descr="A yellow circle with black lines&#10;&#10;Description automatically generated">
            <a:extLst>
              <a:ext uri="{FF2B5EF4-FFF2-40B4-BE49-F238E27FC236}">
                <a16:creationId xmlns:a16="http://schemas.microsoft.com/office/drawing/2014/main" xmlns="" id="{8C1E25D8-5BD2-8ED8-45E4-D88A8C471BC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778" y="-154924"/>
            <a:ext cx="1330237" cy="1330237"/>
          </a:xfrm>
          <a:prstGeom prst="rect">
            <a:avLst/>
          </a:prstGeom>
        </p:spPr>
      </p:pic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F6170AC8-C1C9-1E10-3002-F0CA2B3B5C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22" y="1572711"/>
            <a:ext cx="956874" cy="956874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58680E82-F1F6-B760-07DB-1A4DA6485A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740" y="1612273"/>
            <a:ext cx="855461" cy="855461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C63B83BA-C62E-C1B0-B28C-9FB18ED7B11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690" y="1690587"/>
            <a:ext cx="855461" cy="855461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31C07480-94DA-FD17-3DE7-EF121FADD884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474" y="1801135"/>
            <a:ext cx="457234" cy="457234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DD14F5D8-096C-6BB1-AA46-009E5F4DBA8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6701" y="1653397"/>
            <a:ext cx="722459" cy="722459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64B777C4-3065-2BBB-0EA8-A520D66338B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204" y="1774447"/>
            <a:ext cx="457234" cy="457234"/>
          </a:xfrm>
          <a:prstGeom prst="rect">
            <a:avLst/>
          </a:prstGeom>
        </p:spPr>
      </p:pic>
      <p:pic>
        <p:nvPicPr>
          <p:cNvPr id="12" name="Picture 1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22966AFE-AF81-4165-E062-6D6850DF45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725" y="1623417"/>
            <a:ext cx="855461" cy="85546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xmlns="" id="{F4798316-84B7-A280-C0D5-286CE86E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9875"/>
              </p:ext>
            </p:extLst>
          </p:nvPr>
        </p:nvGraphicFramePr>
        <p:xfrm>
          <a:off x="3472094" y="4016172"/>
          <a:ext cx="8128001" cy="1393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xmlns="" val="324003078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40287733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150097916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84997110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1471429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4044223873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xmlns="" val="2303531638"/>
                    </a:ext>
                  </a:extLst>
                </a:gridCol>
              </a:tblGrid>
              <a:tr h="813155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Sedan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SUV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Prime Plus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Mini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Auto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E-Bike</a:t>
                      </a:r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220113331"/>
                  </a:ext>
                </a:extLst>
              </a:tr>
              <a:tr h="57034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260050966"/>
                  </a:ext>
                </a:extLst>
              </a:tr>
            </a:tbl>
          </a:graphicData>
        </a:graphic>
      </p:graphicFrame>
      <p:pic>
        <p:nvPicPr>
          <p:cNvPr id="16" name="Picture 1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F201F35D-BDA5-34F1-273E-D7BCA7D10AE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501" y="3883691"/>
            <a:ext cx="956874" cy="956874"/>
          </a:xfrm>
          <a:prstGeom prst="rect">
            <a:avLst/>
          </a:prstGeom>
        </p:spPr>
      </p:pic>
      <p:pic>
        <p:nvPicPr>
          <p:cNvPr id="24" name="Picture 2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8BFDD27E-DCC7-D536-F18B-80AB4DA6803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9" y="3923253"/>
            <a:ext cx="855461" cy="855461"/>
          </a:xfrm>
          <a:prstGeom prst="rect">
            <a:avLst/>
          </a:prstGeom>
        </p:spPr>
      </p:pic>
      <p:pic>
        <p:nvPicPr>
          <p:cNvPr id="25" name="Picture 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B1CE7B48-02BB-3A04-0779-F66150FE1C0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169" y="4001567"/>
            <a:ext cx="855461" cy="855461"/>
          </a:xfrm>
          <a:prstGeom prst="rect">
            <a:avLst/>
          </a:prstGeom>
        </p:spPr>
      </p:pic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44523ACB-C9A2-5B0A-C094-208452710D54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53" y="4112115"/>
            <a:ext cx="457234" cy="457234"/>
          </a:xfrm>
          <a:prstGeom prst="rect">
            <a:avLst/>
          </a:prstGeom>
        </p:spPr>
      </p:pic>
      <p:pic>
        <p:nvPicPr>
          <p:cNvPr id="27" name="Picture 2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A855A096-7050-BD8B-8C26-6313FC818AF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180" y="3964377"/>
            <a:ext cx="722459" cy="722459"/>
          </a:xfrm>
          <a:prstGeom prst="rect">
            <a:avLst/>
          </a:prstGeom>
        </p:spPr>
      </p:pic>
      <p:pic>
        <p:nvPicPr>
          <p:cNvPr id="28" name="Picture 2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32B9B665-1F39-2750-FBD4-55B58A85C85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3" y="4085427"/>
            <a:ext cx="457234" cy="457234"/>
          </a:xfrm>
          <a:prstGeom prst="rect">
            <a:avLst/>
          </a:prstGeom>
        </p:spPr>
      </p:pic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xmlns="" id="{4E8EE37B-6FB6-894D-3AF3-229CEFA6C2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204" y="3934397"/>
            <a:ext cx="855461" cy="85546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xmlns="" id="{264841EF-9ED1-099E-4AEC-3F46A9D0F3F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83" y="-19171"/>
            <a:ext cx="9162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7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F95FFF9-0A92-F297-B3E2-6C28F0915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587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82</Words>
  <Application>Microsoft Office PowerPoint</Application>
  <PresentationFormat>Custom</PresentationFormat>
  <Paragraphs>109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Gajanan</dc:creator>
  <cp:lastModifiedBy>truptipabalensk@outlook.com</cp:lastModifiedBy>
  <cp:revision>9</cp:revision>
  <dcterms:created xsi:type="dcterms:W3CDTF">2024-10-05T18:58:27Z</dcterms:created>
  <dcterms:modified xsi:type="dcterms:W3CDTF">2025-12-31T18:43:43Z</dcterms:modified>
</cp:coreProperties>
</file>